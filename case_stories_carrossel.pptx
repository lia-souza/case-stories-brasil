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8239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7040880"/>
            <a:ext cx="1737360" cy="1737360"/>
          </a:xfrm>
          <a:prstGeom prst="triangle">
            <a:avLst/>
          </a:prstGeom>
          <a:solidFill>
            <a:srgbClr val="6B1D3A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6675120"/>
            <a:ext cx="1280160" cy="1280160"/>
          </a:xfrm>
          <a:prstGeom prst="triangle">
            <a:avLst/>
          </a:prstGeom>
          <a:solidFill>
            <a:srgbClr val="A61E4D"/>
          </a:solidFill>
          <a:ln/>
        </p:spPr>
      </p:sp>
      <p:sp>
        <p:nvSpPr>
          <p:cNvPr id="5" name="Shape 3"/>
          <p:cNvSpPr/>
          <p:nvPr/>
        </p:nvSpPr>
        <p:spPr>
          <a:xfrm>
            <a:off x="8275320" y="6263640"/>
            <a:ext cx="868680" cy="868680"/>
          </a:xfrm>
          <a:prstGeom prst="triangle">
            <a:avLst/>
          </a:prstGeom>
          <a:solidFill>
            <a:srgbClr val="D6336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— MÍDIAS DE PERFORMANCE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676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Stories são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postados no Brasil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dia?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via metodologia Fermi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0" y="8851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8239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7040880"/>
            <a:ext cx="1737360" cy="1737360"/>
          </a:xfrm>
          <a:prstGeom prst="triangle">
            <a:avLst/>
          </a:prstGeom>
          <a:solidFill>
            <a:srgbClr val="6B1D3A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6675120"/>
            <a:ext cx="1280160" cy="1280160"/>
          </a:xfrm>
          <a:prstGeom prst="triangle">
            <a:avLst/>
          </a:prstGeom>
          <a:solidFill>
            <a:srgbClr val="A61E4D"/>
          </a:solidFill>
          <a:ln/>
        </p:spPr>
      </p:sp>
      <p:sp>
        <p:nvSpPr>
          <p:cNvPr id="5" name="Shape 3"/>
          <p:cNvSpPr/>
          <p:nvPr/>
        </p:nvSpPr>
        <p:spPr>
          <a:xfrm>
            <a:off x="8275320" y="6263640"/>
            <a:ext cx="868680" cy="868680"/>
          </a:xfrm>
          <a:prstGeom prst="triangle">
            <a:avLst/>
          </a:prstGeom>
          <a:solidFill>
            <a:srgbClr val="D6336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número que não existe em nenhuma base de dados pública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um problema de Fermi — usado em processos seletivos de mídia para avaliar raciocínio estruturado, não a precisão do resultado.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28016" cy="128016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39312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 direto disponível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005072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fonte pública divulga esse número exato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28016" cy="128016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99432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processo, não resultado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965192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importa é a lógica e as premissas, não o número final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715000"/>
            <a:ext cx="128016" cy="128016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559552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decisão de mídia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5925312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tipo de estimativa orienta decisões reais de inventário publicitário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8851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8239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7040880"/>
            <a:ext cx="1737360" cy="1737360"/>
          </a:xfrm>
          <a:prstGeom prst="triangle">
            <a:avLst/>
          </a:prstGeom>
          <a:solidFill>
            <a:srgbClr val="6B1D3A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6675120"/>
            <a:ext cx="1280160" cy="1280160"/>
          </a:xfrm>
          <a:prstGeom prst="triangle">
            <a:avLst/>
          </a:prstGeom>
          <a:solidFill>
            <a:srgbClr val="A61E4D"/>
          </a:solidFill>
          <a:ln/>
        </p:spPr>
      </p:sp>
      <p:sp>
        <p:nvSpPr>
          <p:cNvPr id="5" name="Shape 3"/>
          <p:cNvSpPr/>
          <p:nvPr/>
        </p:nvSpPr>
        <p:spPr>
          <a:xfrm>
            <a:off x="8275320" y="6263640"/>
            <a:ext cx="868680" cy="868680"/>
          </a:xfrm>
          <a:prstGeom prst="triangle">
            <a:avLst/>
          </a:prstGeom>
          <a:solidFill>
            <a:srgbClr val="D6336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Decomposição multiplicativa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central: transformar uma pergunta impossível de medir direto em uma sequência de filtros, cada um com premissa justificável.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6858000" cy="1463040"/>
          </a:xfrm>
          <a:prstGeom prst="roundRect">
            <a:avLst>
              <a:gd name="adj" fmla="val 5000"/>
            </a:avLst>
          </a:prstGeom>
          <a:solidFill>
            <a:srgbClr val="F4F1F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4048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total  ×  filtro 1  ×  filtro 2  ×  ...  ×  taxa de ocorrência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5669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filtro reduz o universo até chegar no comportamento específico que se quer medir: postar um Story.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8851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8239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7040880"/>
            <a:ext cx="1737360" cy="1737360"/>
          </a:xfrm>
          <a:prstGeom prst="triangle">
            <a:avLst/>
          </a:prstGeom>
          <a:solidFill>
            <a:srgbClr val="6B1D3A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6675120"/>
            <a:ext cx="1280160" cy="1280160"/>
          </a:xfrm>
          <a:prstGeom prst="triangle">
            <a:avLst/>
          </a:prstGeom>
          <a:solidFill>
            <a:srgbClr val="A61E4D"/>
          </a:solidFill>
          <a:ln/>
        </p:spPr>
      </p:sp>
      <p:sp>
        <p:nvSpPr>
          <p:cNvPr id="5" name="Shape 3"/>
          <p:cNvSpPr/>
          <p:nvPr/>
        </p:nvSpPr>
        <p:spPr>
          <a:xfrm>
            <a:off x="8275320" y="6263640"/>
            <a:ext cx="868680" cy="868680"/>
          </a:xfrm>
          <a:prstGeom prst="triangle">
            <a:avLst/>
          </a:prstGeom>
          <a:solidFill>
            <a:srgbClr val="D6336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populacional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6858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5176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 milhões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do Brasil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562356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6908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 milhões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acesso à internet (80%)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425196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4864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milhões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ativos em redes com Stories (75%)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8851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8239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7040880"/>
            <a:ext cx="1737360" cy="1737360"/>
          </a:xfrm>
          <a:prstGeom prst="triangle">
            <a:avLst/>
          </a:prstGeom>
          <a:solidFill>
            <a:srgbClr val="6B1D3A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6675120"/>
            <a:ext cx="1280160" cy="1280160"/>
          </a:xfrm>
          <a:prstGeom prst="triangle">
            <a:avLst/>
          </a:prstGeom>
          <a:solidFill>
            <a:srgbClr val="A61E4D"/>
          </a:solidFill>
          <a:ln/>
        </p:spPr>
      </p:sp>
      <p:sp>
        <p:nvSpPr>
          <p:cNvPr id="5" name="Shape 3"/>
          <p:cNvSpPr/>
          <p:nvPr/>
        </p:nvSpPr>
        <p:spPr>
          <a:xfrm>
            <a:off x="8275320" y="6263640"/>
            <a:ext cx="868680" cy="868680"/>
          </a:xfrm>
          <a:prstGeom prst="triangle">
            <a:avLst/>
          </a:prstGeom>
          <a:solidFill>
            <a:srgbClr val="D6336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POR COMPORTAMENTO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todo mundo posta com a mesma frequência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 seguem um padrão de cauda longa: poucos usuários geram a maior parte do conteúdo.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6858000" cy="292608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463040"/>
                <a:gridCol w="1280160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Stories/dia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Posta diariamente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(36M)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Pouca frequência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(48M)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Quase nunca posta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(24M)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consome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(12M)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046720" y="8851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7040880"/>
            <a:ext cx="1737360" cy="1737360"/>
          </a:xfrm>
          <a:prstGeom prst="triangle">
            <a:avLst/>
          </a:prstGeom>
          <a:solidFill>
            <a:srgbClr val="6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0" y="6675120"/>
            <a:ext cx="1280160" cy="1280160"/>
          </a:xfrm>
          <a:prstGeom prst="triangle">
            <a:avLst/>
          </a:prstGeom>
          <a:solidFill>
            <a:srgbClr val="A61E4D"/>
          </a:solidFill>
          <a:ln/>
        </p:spPr>
      </p:sp>
      <p:sp>
        <p:nvSpPr>
          <p:cNvPr id="4" name="Shape 2"/>
          <p:cNvSpPr/>
          <p:nvPr/>
        </p:nvSpPr>
        <p:spPr>
          <a:xfrm>
            <a:off x="8275320" y="6263640"/>
            <a:ext cx="868680" cy="868680"/>
          </a:xfrm>
          <a:prstGeom prst="triangle">
            <a:avLst/>
          </a:prstGeom>
          <a:solidFill>
            <a:srgbClr val="D633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~98,4 milhões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Stories postados por dia no Brasil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5943600" cy="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349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6692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98,4M ÷ 120M usuários ativos = 0,82 Stories/dia por usuário — plausível, já que a maioria consome mais do que produz.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8851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8239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7040880"/>
            <a:ext cx="1737360" cy="1737360"/>
          </a:xfrm>
          <a:prstGeom prst="triangle">
            <a:avLst/>
          </a:prstGeom>
          <a:solidFill>
            <a:srgbClr val="6B1D3A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6675120"/>
            <a:ext cx="1280160" cy="1280160"/>
          </a:xfrm>
          <a:prstGeom prst="triangle">
            <a:avLst/>
          </a:prstGeom>
          <a:solidFill>
            <a:srgbClr val="A61E4D"/>
          </a:solidFill>
          <a:ln/>
        </p:spPr>
      </p:sp>
      <p:sp>
        <p:nvSpPr>
          <p:cNvPr id="5" name="Shape 3"/>
          <p:cNvSpPr/>
          <p:nvPr/>
        </p:nvSpPr>
        <p:spPr>
          <a:xfrm>
            <a:off x="8275320" y="6263640"/>
            <a:ext cx="868680" cy="868680"/>
          </a:xfrm>
          <a:prstGeom prst="triangle">
            <a:avLst/>
          </a:prstGeom>
          <a:solidFill>
            <a:srgbClr val="D6336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 PARA O NEGÓCIO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 pra uma agência de mídia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6858000" cy="1051560"/>
          </a:xfrm>
          <a:prstGeom prst="roundRect">
            <a:avLst>
              <a:gd name="adj" fmla="val 5217"/>
            </a:avLst>
          </a:prstGeom>
          <a:solidFill>
            <a:srgbClr val="F4F1F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614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publicitário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volume robusto e constante de Stories/dia indica inventário disponível para campanhas nesse formato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6858000" cy="1051560"/>
          </a:xfrm>
          <a:prstGeom prst="roundRect">
            <a:avLst>
              <a:gd name="adj" fmla="val 5217"/>
            </a:avLst>
          </a:prstGeom>
          <a:solidFill>
            <a:srgbClr val="F4F1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416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de budget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decidir entre investir em Stories, Feed ou Reels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6858000" cy="1051560"/>
          </a:xfrm>
          <a:prstGeom prst="roundRect">
            <a:avLst>
              <a:gd name="adj" fmla="val 5217"/>
            </a:avLst>
          </a:prstGeom>
          <a:solidFill>
            <a:srgbClr val="F4F1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3218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e alcance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669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segmentação por comportamento mostra quais grupos concentram maior exposição ao formato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0" y="8851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8239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7040880"/>
            <a:ext cx="1737360" cy="1737360"/>
          </a:xfrm>
          <a:prstGeom prst="triangle">
            <a:avLst/>
          </a:prstGeom>
          <a:solidFill>
            <a:srgbClr val="6B1D3A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6675120"/>
            <a:ext cx="1280160" cy="1280160"/>
          </a:xfrm>
          <a:prstGeom prst="triangle">
            <a:avLst/>
          </a:prstGeom>
          <a:solidFill>
            <a:srgbClr val="A61E4D"/>
          </a:solidFill>
          <a:ln/>
        </p:spPr>
      </p:sp>
      <p:sp>
        <p:nvSpPr>
          <p:cNvPr id="5" name="Shape 3"/>
          <p:cNvSpPr/>
          <p:nvPr/>
        </p:nvSpPr>
        <p:spPr>
          <a:xfrm>
            <a:off x="8275320" y="6263640"/>
            <a:ext cx="868680" cy="868680"/>
          </a:xfrm>
          <a:prstGeom prst="triangle">
            <a:avLst/>
          </a:prstGeom>
          <a:solidFill>
            <a:srgbClr val="D6336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APRENDIZADO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 sem justificativa não convence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erro em um problema de Fermi não é errar o número final — é usar uma premissa sem conseguir explicar por que a escolheu.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testei um número contra minha própria intuição e experiência (por exemplo, comparando com meu círculo social), percebi onde precisava ajustar — e foi esse processo de questionar e refinar que tornou a estimativa final defensável.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309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 Oliveira de Souza  ·  Case Técnico — Monks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8851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2026-08-16T16:31:15Z</dcterms:created>
  <dcterms:modified xsi:type="dcterms:W3CDTF">2026-08-16T16:31:15Z</dcterms:modified>
</cp:coreProperties>
</file>